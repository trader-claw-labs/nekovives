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errato sampson" userId="b439592aab1bc8f0" providerId="LiveId" clId="{8A96D5A0-411E-47F1-A75C-DCD060D8CF5A}"/>
    <pc:docChg chg="undo custSel addSld delSld modSld sldOrd">
      <pc:chgData name="carlos cerrato sampson" userId="b439592aab1bc8f0" providerId="LiveId" clId="{8A96D5A0-411E-47F1-A75C-DCD060D8CF5A}" dt="2026-04-12T21:03:37.892" v="396" actId="1036"/>
      <pc:docMkLst>
        <pc:docMk/>
      </pc:docMkLst>
      <pc:sldChg chg="addSp delSp modSp mod ord modTransition">
        <pc:chgData name="carlos cerrato sampson" userId="b439592aab1bc8f0" providerId="LiveId" clId="{8A96D5A0-411E-47F1-A75C-DCD060D8CF5A}" dt="2026-04-12T15:03:48.380" v="282"/>
        <pc:sldMkLst>
          <pc:docMk/>
          <pc:sldMk cId="808063007" sldId="256"/>
        </pc:sldMkLst>
        <pc:picChg chg="add del mod">
          <ac:chgData name="carlos cerrato sampson" userId="b439592aab1bc8f0" providerId="LiveId" clId="{8A96D5A0-411E-47F1-A75C-DCD060D8CF5A}" dt="2026-04-12T13:49:41.490" v="23" actId="478"/>
          <ac:picMkLst>
            <pc:docMk/>
            <pc:sldMk cId="808063007" sldId="256"/>
            <ac:picMk id="3" creationId="{95BC4F4F-A00A-4F24-9EE1-D24597A8BCF6}"/>
          </ac:picMkLst>
        </pc:picChg>
        <pc:picChg chg="del">
          <ac:chgData name="carlos cerrato sampson" userId="b439592aab1bc8f0" providerId="LiveId" clId="{8A96D5A0-411E-47F1-A75C-DCD060D8CF5A}" dt="2026-04-12T13:41:16.017" v="4" actId="478"/>
          <ac:picMkLst>
            <pc:docMk/>
            <pc:sldMk cId="808063007" sldId="256"/>
            <ac:picMk id="4" creationId="{C1958B5B-2E68-4DA5-986B-64A3B081795A}"/>
          </ac:picMkLst>
        </pc:picChg>
        <pc:picChg chg="add mod">
          <ac:chgData name="carlos cerrato sampson" userId="b439592aab1bc8f0" providerId="LiveId" clId="{8A96D5A0-411E-47F1-A75C-DCD060D8CF5A}" dt="2026-04-12T13:50:16.824" v="26" actId="1076"/>
          <ac:picMkLst>
            <pc:docMk/>
            <pc:sldMk cId="808063007" sldId="256"/>
            <ac:picMk id="6" creationId="{3B860A2D-2209-423B-8152-2F84E325DC8E}"/>
          </ac:picMkLst>
        </pc:picChg>
        <pc:picChg chg="del">
          <ac:chgData name="carlos cerrato sampson" userId="b439592aab1bc8f0" providerId="LiveId" clId="{8A96D5A0-411E-47F1-A75C-DCD060D8CF5A}" dt="2026-04-12T13:41:20.590" v="6" actId="478"/>
          <ac:picMkLst>
            <pc:docMk/>
            <pc:sldMk cId="808063007" sldId="256"/>
            <ac:picMk id="7" creationId="{A3411D72-1C4C-4D6E-A649-AC2B4A193E5E}"/>
          </ac:picMkLst>
        </pc:picChg>
        <pc:picChg chg="del">
          <ac:chgData name="carlos cerrato sampson" userId="b439592aab1bc8f0" providerId="LiveId" clId="{8A96D5A0-411E-47F1-A75C-DCD060D8CF5A}" dt="2026-04-12T13:41:18.180" v="5" actId="478"/>
          <ac:picMkLst>
            <pc:docMk/>
            <pc:sldMk cId="808063007" sldId="256"/>
            <ac:picMk id="8" creationId="{7B71C6C6-92A8-4F40-B3B5-0F4122556515}"/>
          </ac:picMkLst>
        </pc:picChg>
        <pc:picChg chg="add mod">
          <ac:chgData name="carlos cerrato sampson" userId="b439592aab1bc8f0" providerId="LiveId" clId="{8A96D5A0-411E-47F1-A75C-DCD060D8CF5A}" dt="2026-04-12T13:51:14.806" v="30" actId="1076"/>
          <ac:picMkLst>
            <pc:docMk/>
            <pc:sldMk cId="808063007" sldId="256"/>
            <ac:picMk id="10" creationId="{7AFF9667-ED55-406C-9361-C4C77A5C998C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14:33.454" v="386" actId="1076"/>
        <pc:sldMkLst>
          <pc:docMk/>
          <pc:sldMk cId="1598751571" sldId="257"/>
        </pc:sldMkLst>
        <pc:picChg chg="add mod">
          <ac:chgData name="carlos cerrato sampson" userId="b439592aab1bc8f0" providerId="LiveId" clId="{8A96D5A0-411E-47F1-A75C-DCD060D8CF5A}" dt="2026-04-12T16:14:33.454" v="386" actId="1076"/>
          <ac:picMkLst>
            <pc:docMk/>
            <pc:sldMk cId="1598751571" sldId="257"/>
            <ac:picMk id="3" creationId="{E365A401-4E05-4E43-9B4B-9935A9B903BB}"/>
          </ac:picMkLst>
        </pc:picChg>
        <pc:picChg chg="add mod">
          <ac:chgData name="carlos cerrato sampson" userId="b439592aab1bc8f0" providerId="LiveId" clId="{8A96D5A0-411E-47F1-A75C-DCD060D8CF5A}" dt="2026-04-12T13:48:03.738" v="14" actId="14100"/>
          <ac:picMkLst>
            <pc:docMk/>
            <pc:sldMk cId="1598751571" sldId="257"/>
            <ac:picMk id="5" creationId="{E83E80BD-0601-4634-86D1-5116758B9560}"/>
          </ac:picMkLst>
        </pc:picChg>
        <pc:picChg chg="add mod">
          <ac:chgData name="carlos cerrato sampson" userId="b439592aab1bc8f0" providerId="LiveId" clId="{8A96D5A0-411E-47F1-A75C-DCD060D8CF5A}" dt="2026-04-12T15:00:37.947" v="254" actId="1076"/>
          <ac:picMkLst>
            <pc:docMk/>
            <pc:sldMk cId="1598751571" sldId="257"/>
            <ac:picMk id="7" creationId="{CC2E1B54-EA31-4ED3-AD46-981A35FD997C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5:04:03.028" v="283"/>
        <pc:sldMkLst>
          <pc:docMk/>
          <pc:sldMk cId="2247998832" sldId="258"/>
        </pc:sldMkLst>
        <pc:picChg chg="add mod">
          <ac:chgData name="carlos cerrato sampson" userId="b439592aab1bc8f0" providerId="LiveId" clId="{8A96D5A0-411E-47F1-A75C-DCD060D8CF5A}" dt="2026-04-12T13:53:11.014" v="34" actId="1076"/>
          <ac:picMkLst>
            <pc:docMk/>
            <pc:sldMk cId="2247998832" sldId="258"/>
            <ac:picMk id="3" creationId="{FCA632E3-1761-4CA9-B5E6-CA39095795B7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5:41:57.474" v="328" actId="14100"/>
        <pc:sldMkLst>
          <pc:docMk/>
          <pc:sldMk cId="3648115318" sldId="259"/>
        </pc:sldMkLst>
        <pc:picChg chg="add mod">
          <ac:chgData name="carlos cerrato sampson" userId="b439592aab1bc8f0" providerId="LiveId" clId="{8A96D5A0-411E-47F1-A75C-DCD060D8CF5A}" dt="2026-04-12T15:41:57.474" v="328" actId="14100"/>
          <ac:picMkLst>
            <pc:docMk/>
            <pc:sldMk cId="3648115318" sldId="259"/>
            <ac:picMk id="3" creationId="{E36A6EBC-7732-4424-8BF5-F136E171E212}"/>
          </ac:picMkLst>
        </pc:picChg>
      </pc:sldChg>
      <pc:sldChg chg="del">
        <pc:chgData name="carlos cerrato sampson" userId="b439592aab1bc8f0" providerId="LiveId" clId="{8A96D5A0-411E-47F1-A75C-DCD060D8CF5A}" dt="2026-04-12T13:41:11.533" v="3" actId="47"/>
        <pc:sldMkLst>
          <pc:docMk/>
          <pc:sldMk cId="1199568906" sldId="260"/>
        </pc:sldMkLst>
      </pc:sldChg>
      <pc:sldChg chg="addSp delSp modSp add mod modTransition">
        <pc:chgData name="carlos cerrato sampson" userId="b439592aab1bc8f0" providerId="LiveId" clId="{8A96D5A0-411E-47F1-A75C-DCD060D8CF5A}" dt="2026-04-12T15:40:57.791" v="326" actId="14100"/>
        <pc:sldMkLst>
          <pc:docMk/>
          <pc:sldMk cId="2589898236" sldId="260"/>
        </pc:sldMkLst>
        <pc:picChg chg="add mod">
          <ac:chgData name="carlos cerrato sampson" userId="b439592aab1bc8f0" providerId="LiveId" clId="{8A96D5A0-411E-47F1-A75C-DCD060D8CF5A}" dt="2026-04-12T15:40:57.791" v="326" actId="14100"/>
          <ac:picMkLst>
            <pc:docMk/>
            <pc:sldMk cId="2589898236" sldId="260"/>
            <ac:picMk id="3" creationId="{F76A8CFD-8010-466A-B1F7-75093D55B28D}"/>
          </ac:picMkLst>
        </pc:picChg>
        <pc:picChg chg="add del">
          <ac:chgData name="carlos cerrato sampson" userId="b439592aab1bc8f0" providerId="LiveId" clId="{8A96D5A0-411E-47F1-A75C-DCD060D8CF5A}" dt="2026-04-12T13:58:28.275" v="47" actId="22"/>
          <ac:picMkLst>
            <pc:docMk/>
            <pc:sldMk cId="2589898236" sldId="260"/>
            <ac:picMk id="5" creationId="{010C1079-C9E7-454F-AFC8-5C37C0D613E4}"/>
          </ac:picMkLst>
        </pc:picChg>
        <pc:picChg chg="add mod">
          <ac:chgData name="carlos cerrato sampson" userId="b439592aab1bc8f0" providerId="LiveId" clId="{8A96D5A0-411E-47F1-A75C-DCD060D8CF5A}" dt="2026-04-12T15:40:46.649" v="325" actId="14100"/>
          <ac:picMkLst>
            <pc:docMk/>
            <pc:sldMk cId="2589898236" sldId="260"/>
            <ac:picMk id="7" creationId="{26CD36F6-3771-4E0E-9BED-29C218D108EE}"/>
          </ac:picMkLst>
        </pc:picChg>
      </pc:sldChg>
      <pc:sldChg chg="addSp add mod modTransition">
        <pc:chgData name="carlos cerrato sampson" userId="b439592aab1bc8f0" providerId="LiveId" clId="{8A96D5A0-411E-47F1-A75C-DCD060D8CF5A}" dt="2026-04-12T15:04:52.431" v="286"/>
        <pc:sldMkLst>
          <pc:docMk/>
          <pc:sldMk cId="134619026" sldId="261"/>
        </pc:sldMkLst>
        <pc:picChg chg="add">
          <ac:chgData name="carlos cerrato sampson" userId="b439592aab1bc8f0" providerId="LiveId" clId="{8A96D5A0-411E-47F1-A75C-DCD060D8CF5A}" dt="2026-04-12T14:01:10.658" v="56" actId="22"/>
          <ac:picMkLst>
            <pc:docMk/>
            <pc:sldMk cId="134619026" sldId="261"/>
            <ac:picMk id="3" creationId="{A9941279-5A71-45E8-A8A7-E3DBC0E6D25B}"/>
          </ac:picMkLst>
        </pc:picChg>
      </pc:sldChg>
      <pc:sldChg chg="del">
        <pc:chgData name="carlos cerrato sampson" userId="b439592aab1bc8f0" providerId="LiveId" clId="{8A96D5A0-411E-47F1-A75C-DCD060D8CF5A}" dt="2026-04-12T13:41:08.344" v="0" actId="47"/>
        <pc:sldMkLst>
          <pc:docMk/>
          <pc:sldMk cId="663931475" sldId="261"/>
        </pc:sldMkLst>
      </pc:sldChg>
      <pc:sldChg chg="new del">
        <pc:chgData name="carlos cerrato sampson" userId="b439592aab1bc8f0" providerId="LiveId" clId="{8A96D5A0-411E-47F1-A75C-DCD060D8CF5A}" dt="2026-04-12T13:53:31.332" v="37" actId="680"/>
        <pc:sldMkLst>
          <pc:docMk/>
          <pc:sldMk cId="1689699155" sldId="261"/>
        </pc:sldMkLst>
      </pc:sldChg>
      <pc:sldChg chg="addSp modSp add mod modTransition">
        <pc:chgData name="carlos cerrato sampson" userId="b439592aab1bc8f0" providerId="LiveId" clId="{8A96D5A0-411E-47F1-A75C-DCD060D8CF5A}" dt="2026-04-12T15:48:40.260" v="330" actId="14100"/>
        <pc:sldMkLst>
          <pc:docMk/>
          <pc:sldMk cId="2121094008" sldId="262"/>
        </pc:sldMkLst>
        <pc:picChg chg="add mod">
          <ac:chgData name="carlos cerrato sampson" userId="b439592aab1bc8f0" providerId="LiveId" clId="{8A96D5A0-411E-47F1-A75C-DCD060D8CF5A}" dt="2026-04-12T15:48:40.260" v="330" actId="14100"/>
          <ac:picMkLst>
            <pc:docMk/>
            <pc:sldMk cId="2121094008" sldId="262"/>
            <ac:picMk id="3" creationId="{77F41B4C-78E1-4904-81DA-C38B4C5A4F71}"/>
          </ac:picMkLst>
        </pc:picChg>
      </pc:sldChg>
      <pc:sldChg chg="del">
        <pc:chgData name="carlos cerrato sampson" userId="b439592aab1bc8f0" providerId="LiveId" clId="{8A96D5A0-411E-47F1-A75C-DCD060D8CF5A}" dt="2026-04-12T13:41:09.489" v="1" actId="47"/>
        <pc:sldMkLst>
          <pc:docMk/>
          <pc:sldMk cId="2231740333" sldId="262"/>
        </pc:sldMkLst>
      </pc:sldChg>
      <pc:sldChg chg="del">
        <pc:chgData name="carlos cerrato sampson" userId="b439592aab1bc8f0" providerId="LiveId" clId="{8A96D5A0-411E-47F1-A75C-DCD060D8CF5A}" dt="2026-04-12T13:41:10.539" v="2" actId="47"/>
        <pc:sldMkLst>
          <pc:docMk/>
          <pc:sldMk cId="142280305" sldId="263"/>
        </pc:sldMkLst>
      </pc:sldChg>
      <pc:sldChg chg="addSp modSp add mod modTransition">
        <pc:chgData name="carlos cerrato sampson" userId="b439592aab1bc8f0" providerId="LiveId" clId="{8A96D5A0-411E-47F1-A75C-DCD060D8CF5A}" dt="2026-04-12T15:49:42.098" v="333" actId="1076"/>
        <pc:sldMkLst>
          <pc:docMk/>
          <pc:sldMk cId="3377784462" sldId="263"/>
        </pc:sldMkLst>
        <pc:picChg chg="add mod">
          <ac:chgData name="carlos cerrato sampson" userId="b439592aab1bc8f0" providerId="LiveId" clId="{8A96D5A0-411E-47F1-A75C-DCD060D8CF5A}" dt="2026-04-12T15:49:42.098" v="333" actId="1076"/>
          <ac:picMkLst>
            <pc:docMk/>
            <pc:sldMk cId="3377784462" sldId="263"/>
            <ac:picMk id="3" creationId="{C06CF1A8-F2D2-4CA2-814A-B6E094AD7DE6}"/>
          </ac:picMkLst>
        </pc:picChg>
        <pc:picChg chg="add mod">
          <ac:chgData name="carlos cerrato sampson" userId="b439592aab1bc8f0" providerId="LiveId" clId="{8A96D5A0-411E-47F1-A75C-DCD060D8CF5A}" dt="2026-04-12T14:03:54.495" v="65" actId="1076"/>
          <ac:picMkLst>
            <pc:docMk/>
            <pc:sldMk cId="3377784462" sldId="263"/>
            <ac:picMk id="5" creationId="{FC206E28-4B22-4246-B1C7-B12AFFD83C1E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5:51:58.066" v="336" actId="1076"/>
        <pc:sldMkLst>
          <pc:docMk/>
          <pc:sldMk cId="2293711987" sldId="264"/>
        </pc:sldMkLst>
        <pc:picChg chg="add mod">
          <ac:chgData name="carlos cerrato sampson" userId="b439592aab1bc8f0" providerId="LiveId" clId="{8A96D5A0-411E-47F1-A75C-DCD060D8CF5A}" dt="2026-04-12T15:51:58.066" v="336" actId="1076"/>
          <ac:picMkLst>
            <pc:docMk/>
            <pc:sldMk cId="2293711987" sldId="264"/>
            <ac:picMk id="3" creationId="{6CDF2AB0-D968-4251-B4E6-AB4F966B5E1F}"/>
          </ac:picMkLst>
        </pc:picChg>
      </pc:sldChg>
      <pc:sldChg chg="new del">
        <pc:chgData name="carlos cerrato sampson" userId="b439592aab1bc8f0" providerId="LiveId" clId="{8A96D5A0-411E-47F1-A75C-DCD060D8CF5A}" dt="2026-04-12T14:04:21.010" v="67" actId="680"/>
        <pc:sldMkLst>
          <pc:docMk/>
          <pc:sldMk cId="1685794186" sldId="265"/>
        </pc:sldMkLst>
      </pc:sldChg>
      <pc:sldChg chg="addSp modSp add mod modTransition">
        <pc:chgData name="carlos cerrato sampson" userId="b439592aab1bc8f0" providerId="LiveId" clId="{8A96D5A0-411E-47F1-A75C-DCD060D8CF5A}" dt="2026-04-12T15:52:53.662" v="338" actId="14100"/>
        <pc:sldMkLst>
          <pc:docMk/>
          <pc:sldMk cId="2535054647" sldId="265"/>
        </pc:sldMkLst>
        <pc:picChg chg="add mod">
          <ac:chgData name="carlos cerrato sampson" userId="b439592aab1bc8f0" providerId="LiveId" clId="{8A96D5A0-411E-47F1-A75C-DCD060D8CF5A}" dt="2026-04-12T15:52:53.662" v="338" actId="14100"/>
          <ac:picMkLst>
            <pc:docMk/>
            <pc:sldMk cId="2535054647" sldId="265"/>
            <ac:picMk id="3" creationId="{D6342AE1-B529-4D4A-8133-615C21E75CC3}"/>
          </ac:picMkLst>
        </pc:picChg>
      </pc:sldChg>
      <pc:sldChg chg="addSp delSp modSp add mod modTransition">
        <pc:chgData name="carlos cerrato sampson" userId="b439592aab1bc8f0" providerId="LiveId" clId="{8A96D5A0-411E-47F1-A75C-DCD060D8CF5A}" dt="2026-04-12T15:54:15.380" v="353" actId="1076"/>
        <pc:sldMkLst>
          <pc:docMk/>
          <pc:sldMk cId="2916712566" sldId="266"/>
        </pc:sldMkLst>
        <pc:picChg chg="add mod">
          <ac:chgData name="carlos cerrato sampson" userId="b439592aab1bc8f0" providerId="LiveId" clId="{8A96D5A0-411E-47F1-A75C-DCD060D8CF5A}" dt="2026-04-12T15:54:15.380" v="353" actId="1076"/>
          <ac:picMkLst>
            <pc:docMk/>
            <pc:sldMk cId="2916712566" sldId="266"/>
            <ac:picMk id="3" creationId="{5E0A87FB-EDFB-4878-8FEC-BD4F9CCCABE1}"/>
          </ac:picMkLst>
        </pc:picChg>
        <pc:picChg chg="add del mod">
          <ac:chgData name="carlos cerrato sampson" userId="b439592aab1bc8f0" providerId="LiveId" clId="{8A96D5A0-411E-47F1-A75C-DCD060D8CF5A}" dt="2026-04-12T15:54:07.157" v="352" actId="1035"/>
          <ac:picMkLst>
            <pc:docMk/>
            <pc:sldMk cId="2916712566" sldId="266"/>
            <ac:picMk id="5" creationId="{5958DD03-EE26-46CF-B51A-4DD33B63ED04}"/>
          </ac:picMkLst>
        </pc:picChg>
        <pc:picChg chg="add del">
          <ac:chgData name="carlos cerrato sampson" userId="b439592aab1bc8f0" providerId="LiveId" clId="{8A96D5A0-411E-47F1-A75C-DCD060D8CF5A}" dt="2026-04-12T14:31:31.244" v="80" actId="22"/>
          <ac:picMkLst>
            <pc:docMk/>
            <pc:sldMk cId="2916712566" sldId="266"/>
            <ac:picMk id="7" creationId="{36A4DE4B-4566-4958-9D1C-A1F8ECD41201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21:03:37.892" v="396" actId="1036"/>
        <pc:sldMkLst>
          <pc:docMk/>
          <pc:sldMk cId="3913862018" sldId="267"/>
        </pc:sldMkLst>
        <pc:picChg chg="add mod">
          <ac:chgData name="carlos cerrato sampson" userId="b439592aab1bc8f0" providerId="LiveId" clId="{8A96D5A0-411E-47F1-A75C-DCD060D8CF5A}" dt="2026-04-12T21:03:37.892" v="396" actId="1036"/>
          <ac:picMkLst>
            <pc:docMk/>
            <pc:sldMk cId="3913862018" sldId="267"/>
            <ac:picMk id="3" creationId="{7E269F60-9C1F-4E57-87BD-0107AAED30C7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5:58:20.291" v="360" actId="14100"/>
        <pc:sldMkLst>
          <pc:docMk/>
          <pc:sldMk cId="3614471809" sldId="268"/>
        </pc:sldMkLst>
        <pc:picChg chg="add mod">
          <ac:chgData name="carlos cerrato sampson" userId="b439592aab1bc8f0" providerId="LiveId" clId="{8A96D5A0-411E-47F1-A75C-DCD060D8CF5A}" dt="2026-04-12T15:58:11.360" v="358" actId="14100"/>
          <ac:picMkLst>
            <pc:docMk/>
            <pc:sldMk cId="3614471809" sldId="268"/>
            <ac:picMk id="3" creationId="{43076150-EF56-42CF-AA77-3D2A53C77721}"/>
          </ac:picMkLst>
        </pc:picChg>
        <pc:picChg chg="add mod">
          <ac:chgData name="carlos cerrato sampson" userId="b439592aab1bc8f0" providerId="LiveId" clId="{8A96D5A0-411E-47F1-A75C-DCD060D8CF5A}" dt="2026-04-12T15:58:20.291" v="360" actId="14100"/>
          <ac:picMkLst>
            <pc:docMk/>
            <pc:sldMk cId="3614471809" sldId="268"/>
            <ac:picMk id="5" creationId="{000F2AFF-E24A-4A8E-9743-32FBB79F3532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5:59:30.654" v="362" actId="14100"/>
        <pc:sldMkLst>
          <pc:docMk/>
          <pc:sldMk cId="601241778" sldId="269"/>
        </pc:sldMkLst>
        <pc:picChg chg="add mod">
          <ac:chgData name="carlos cerrato sampson" userId="b439592aab1bc8f0" providerId="LiveId" clId="{8A96D5A0-411E-47F1-A75C-DCD060D8CF5A}" dt="2026-04-12T15:59:30.654" v="362" actId="14100"/>
          <ac:picMkLst>
            <pc:docMk/>
            <pc:sldMk cId="601241778" sldId="269"/>
            <ac:picMk id="3" creationId="{55E18EB8-93E4-4CCF-8B54-38905F56A8A7}"/>
          </ac:picMkLst>
        </pc:picChg>
      </pc:sldChg>
      <pc:sldChg chg="addSp delSp modSp add mod modTransition">
        <pc:chgData name="carlos cerrato sampson" userId="b439592aab1bc8f0" providerId="LiveId" clId="{8A96D5A0-411E-47F1-A75C-DCD060D8CF5A}" dt="2026-04-12T16:00:52.504" v="365" actId="14100"/>
        <pc:sldMkLst>
          <pc:docMk/>
          <pc:sldMk cId="1031924904" sldId="270"/>
        </pc:sldMkLst>
        <pc:picChg chg="add mod">
          <ac:chgData name="carlos cerrato sampson" userId="b439592aab1bc8f0" providerId="LiveId" clId="{8A96D5A0-411E-47F1-A75C-DCD060D8CF5A}" dt="2026-04-12T16:00:43.182" v="363" actId="14100"/>
          <ac:picMkLst>
            <pc:docMk/>
            <pc:sldMk cId="1031924904" sldId="270"/>
            <ac:picMk id="3" creationId="{CE743D2B-B3D5-4EE0-8329-12144A51C860}"/>
          </ac:picMkLst>
        </pc:picChg>
        <pc:picChg chg="add del mod">
          <ac:chgData name="carlos cerrato sampson" userId="b439592aab1bc8f0" providerId="LiveId" clId="{8A96D5A0-411E-47F1-A75C-DCD060D8CF5A}" dt="2026-04-12T14:41:30.369" v="159" actId="22"/>
          <ac:picMkLst>
            <pc:docMk/>
            <pc:sldMk cId="1031924904" sldId="270"/>
            <ac:picMk id="5" creationId="{767F19F3-03FD-4E87-A83F-4AF5EC165E08}"/>
          </ac:picMkLst>
        </pc:picChg>
        <pc:picChg chg="add mod">
          <ac:chgData name="carlos cerrato sampson" userId="b439592aab1bc8f0" providerId="LiveId" clId="{8A96D5A0-411E-47F1-A75C-DCD060D8CF5A}" dt="2026-04-12T16:00:52.504" v="365" actId="14100"/>
          <ac:picMkLst>
            <pc:docMk/>
            <pc:sldMk cId="1031924904" sldId="270"/>
            <ac:picMk id="7" creationId="{962D4FE2-7468-456D-8F23-E9AB5CB8DBB5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02:11.012" v="367" actId="14100"/>
        <pc:sldMkLst>
          <pc:docMk/>
          <pc:sldMk cId="1825911548" sldId="271"/>
        </pc:sldMkLst>
        <pc:picChg chg="add mod">
          <ac:chgData name="carlos cerrato sampson" userId="b439592aab1bc8f0" providerId="LiveId" clId="{8A96D5A0-411E-47F1-A75C-DCD060D8CF5A}" dt="2026-04-12T16:02:11.012" v="367" actId="14100"/>
          <ac:picMkLst>
            <pc:docMk/>
            <pc:sldMk cId="1825911548" sldId="271"/>
            <ac:picMk id="3" creationId="{F28A27F3-2092-4F92-8E5C-C5549FA1CA07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03:05.659" v="369" actId="14100"/>
        <pc:sldMkLst>
          <pc:docMk/>
          <pc:sldMk cId="4169403810" sldId="272"/>
        </pc:sldMkLst>
        <pc:picChg chg="add mod">
          <ac:chgData name="carlos cerrato sampson" userId="b439592aab1bc8f0" providerId="LiveId" clId="{8A96D5A0-411E-47F1-A75C-DCD060D8CF5A}" dt="2026-04-12T16:03:05.659" v="369" actId="14100"/>
          <ac:picMkLst>
            <pc:docMk/>
            <pc:sldMk cId="4169403810" sldId="272"/>
            <ac:picMk id="3" creationId="{126B9D87-58BB-4FFA-8C6A-5BBBCD6500EA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04:33.395" v="374" actId="1076"/>
        <pc:sldMkLst>
          <pc:docMk/>
          <pc:sldMk cId="2787186414" sldId="273"/>
        </pc:sldMkLst>
        <pc:picChg chg="add mod">
          <ac:chgData name="carlos cerrato sampson" userId="b439592aab1bc8f0" providerId="LiveId" clId="{8A96D5A0-411E-47F1-A75C-DCD060D8CF5A}" dt="2026-04-12T16:04:33.395" v="374" actId="1076"/>
          <ac:picMkLst>
            <pc:docMk/>
            <pc:sldMk cId="2787186414" sldId="273"/>
            <ac:picMk id="3" creationId="{74681A12-AEE0-42A5-8991-0ED6580E29E7}"/>
          </ac:picMkLst>
        </pc:picChg>
        <pc:picChg chg="add mod">
          <ac:chgData name="carlos cerrato sampson" userId="b439592aab1bc8f0" providerId="LiveId" clId="{8A96D5A0-411E-47F1-A75C-DCD060D8CF5A}" dt="2026-04-12T16:04:28.392" v="373" actId="14100"/>
          <ac:picMkLst>
            <pc:docMk/>
            <pc:sldMk cId="2787186414" sldId="273"/>
            <ac:picMk id="5" creationId="{D5D5E786-D76D-4F8D-B5FB-73D7A3DAE2CD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05:20.909" v="376" actId="14100"/>
        <pc:sldMkLst>
          <pc:docMk/>
          <pc:sldMk cId="1771733148" sldId="274"/>
        </pc:sldMkLst>
        <pc:picChg chg="add mod">
          <ac:chgData name="carlos cerrato sampson" userId="b439592aab1bc8f0" providerId="LiveId" clId="{8A96D5A0-411E-47F1-A75C-DCD060D8CF5A}" dt="2026-04-12T16:05:20.909" v="376" actId="14100"/>
          <ac:picMkLst>
            <pc:docMk/>
            <pc:sldMk cId="1771733148" sldId="274"/>
            <ac:picMk id="3" creationId="{90D4EF29-8155-4332-8F46-465F54F6D055}"/>
          </ac:picMkLst>
        </pc:picChg>
      </pc:sldChg>
      <pc:sldChg chg="addSp modSp add mod modTransition">
        <pc:chgData name="carlos cerrato sampson" userId="b439592aab1bc8f0" providerId="LiveId" clId="{8A96D5A0-411E-47F1-A75C-DCD060D8CF5A}" dt="2026-04-12T16:07:33.495" v="384" actId="1076"/>
        <pc:sldMkLst>
          <pc:docMk/>
          <pc:sldMk cId="2263107818" sldId="275"/>
        </pc:sldMkLst>
        <pc:picChg chg="add mod">
          <ac:chgData name="carlos cerrato sampson" userId="b439592aab1bc8f0" providerId="LiveId" clId="{8A96D5A0-411E-47F1-A75C-DCD060D8CF5A}" dt="2026-04-12T16:06:43.465" v="378" actId="14100"/>
          <ac:picMkLst>
            <pc:docMk/>
            <pc:sldMk cId="2263107818" sldId="275"/>
            <ac:picMk id="3" creationId="{0858F323-92B2-4E24-90CA-C397359BE359}"/>
          </ac:picMkLst>
        </pc:picChg>
        <pc:picChg chg="add mod">
          <ac:chgData name="carlos cerrato sampson" userId="b439592aab1bc8f0" providerId="LiveId" clId="{8A96D5A0-411E-47F1-A75C-DCD060D8CF5A}" dt="2026-04-12T16:07:33.495" v="384" actId="1076"/>
          <ac:picMkLst>
            <pc:docMk/>
            <pc:sldMk cId="2263107818" sldId="275"/>
            <ac:picMk id="5" creationId="{2A501688-333B-4F99-ACEF-7B3750F84AE9}"/>
          </ac:picMkLst>
        </pc:picChg>
        <pc:picChg chg="add mod">
          <ac:chgData name="carlos cerrato sampson" userId="b439592aab1bc8f0" providerId="LiveId" clId="{8A96D5A0-411E-47F1-A75C-DCD060D8CF5A}" dt="2026-04-12T16:07:09.961" v="383" actId="1076"/>
          <ac:picMkLst>
            <pc:docMk/>
            <pc:sldMk cId="2263107818" sldId="275"/>
            <ac:picMk id="6" creationId="{A7AD8F36-F842-4F52-8DBA-33707B7B17EA}"/>
          </ac:picMkLst>
        </pc:picChg>
      </pc:sldChg>
      <pc:sldChg chg="add del">
        <pc:chgData name="carlos cerrato sampson" userId="b439592aab1bc8f0" providerId="LiveId" clId="{8A96D5A0-411E-47F1-A75C-DCD060D8CF5A}" dt="2026-04-12T14:53:42.633" v="248" actId="2696"/>
        <pc:sldMkLst>
          <pc:docMk/>
          <pc:sldMk cId="3208784412" sldId="276"/>
        </pc:sldMkLst>
      </pc:sldChg>
      <pc:sldChg chg="add del">
        <pc:chgData name="carlos cerrato sampson" userId="b439592aab1bc8f0" providerId="LiveId" clId="{8A96D5A0-411E-47F1-A75C-DCD060D8CF5A}" dt="2026-04-12T14:53:47.129" v="249" actId="2696"/>
        <pc:sldMkLst>
          <pc:docMk/>
          <pc:sldMk cId="2214702187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87349-B9F0-4AD4-B7F1-14025FDA5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1AF77-3CCC-4CF2-892F-E7E2AD791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7D232-932E-4FD3-BE53-BB77A4EB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C9ACDA-0181-4269-B79F-B0D61898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CB225E-57FA-4B25-A333-BBDB1664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19607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F1E62-3153-478F-A597-E439EAB1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7C4288-2187-4471-B65C-85E75D15A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17E612-C974-4071-9D60-8C0A1D18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3BEF3E-65C3-4A65-9E17-482BDD24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42DD8-8565-460F-9D5A-BCA6AA9D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6476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90AAD-C8DB-4D50-B801-174C37F1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502A86-03D8-4A28-BCFF-0B8A593F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25DDB5-11F1-4CA5-949F-C7309597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C51C8-21F8-40E9-A565-12F1E616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FA9CB2-E93F-4B83-ACE1-C715BAE2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9208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BDB96-3D5F-4473-9389-09412914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F8CEFC-384B-41CB-8B9A-531179A9E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5E51D4-87C5-4BAE-BB3A-5894618CA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BA0164-82B9-4FD7-BC0E-9A8E6FBC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084D31-260B-422E-9EB1-43C0D084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094E07-5FEB-4299-8983-AB66A1BA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01732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E69A8-6EC8-4231-A8D2-A0421DA4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BE404-F111-4FA2-9AC9-C164A0557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770E8C-F1DF-498D-8897-BD204F21F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7E9441-17A0-43BA-AA3C-D00CCBF3C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0A8ED18-A63D-44C9-B69E-29AF450DF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2C2BD7-1A7C-4BD5-B374-D9F89ECD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E90328-2F40-486D-B71F-2CFF3F1F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0B55A0C-4CB4-4D00-8628-E5860517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8744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A481-0B67-4D44-AE6E-4821BBEC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8B57FB-89C0-4D93-9543-D34754D8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A8ABC0-30E3-40EF-860B-E263233B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83A728-0D59-4E4C-8E8F-725E9936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5502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19C02B-10DA-47D5-A630-6F9A9ACB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BF5C3C-075B-4DDA-B020-01F4B0DB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A3B1E1-D57C-425F-A1F5-A384B3A4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1101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0B475-F61F-44E4-A80C-167972974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19B3CD-3DCD-446F-A797-8502A7B4C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F154FD-8739-4740-B302-3238E8B72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A9E66D-1277-4579-AEB1-67D4231B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421A55-0384-4DA9-8A01-884F4775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4C0C4F-5EA4-4735-8788-CA10AB44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85399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97EDF-52D3-4441-8E7A-3F2AC96C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439702-219A-4824-A5AD-F65F3441D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42512D-F1E9-4A72-B3EA-20AA81985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9EB375-4240-4618-A99D-954CEB4A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7EA6D2-B75B-40BE-8EF5-FDBC10C4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699C44-1710-454E-9339-39B10FF0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77086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0F819-6A31-4311-A3AE-C9E9CAAE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C1D575-59CD-48EC-94FD-54483BD8F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2F158-5A88-4FB6-B946-D742C512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51EE03-FE24-4CE7-B793-7C1AD45F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C6A62-5531-409D-9AF0-1E450040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6286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6D1E6F-3887-4073-A1FB-6BFD7543D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82C9F1-9060-4228-A86D-141013AA9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990293-63D4-4FE5-8E3A-42C03E93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B3E4CE-00D7-4B18-8524-F1A1D9BF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4BF808-4974-4809-848B-EEF32365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6104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FCF786-CE2F-433C-A146-2F8FE3FBF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2EE2A6-CF6E-4841-99B7-63CB27C9F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91EF4-96C9-467D-999E-0A40CFFFE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8425A-F8F0-414E-917E-86065277CAB3}" type="datetimeFigureOut">
              <a:rPr lang="es-HN" smtClean="0"/>
              <a:t>12/4/2026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222059-668A-44E4-AF9C-3B7274135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73AD1-D84D-47E8-8FCA-8F772A61C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31DE3-27A1-4752-9245-96F86A46CB00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8167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65A401-4E05-4E43-9B4B-9935A9B9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65" y="347628"/>
            <a:ext cx="8559538" cy="25481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3E80BD-0601-4634-86D1-5116758B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4" y="3028742"/>
            <a:ext cx="10471775" cy="31720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2E1B54-EA31-4ED3-AD46-981A35FD9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8114"/>
            <a:ext cx="2258089" cy="7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51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B860A2D-2209-423B-8152-2F84E325D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54" y="423819"/>
            <a:ext cx="8716591" cy="61921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FF9667-ED55-406C-9361-C4C77A5C9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81" y="1414181"/>
            <a:ext cx="11248237" cy="432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63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A632E3-1761-4CA9-B5E6-CA3909579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15" y="880767"/>
            <a:ext cx="11453955" cy="45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98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6A6EBC-7732-4424-8BF5-F136E171E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7" y="233082"/>
            <a:ext cx="12069720" cy="64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15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6A8CFD-8010-466A-B1F7-75093D55B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59" y="379816"/>
            <a:ext cx="8600801" cy="8752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CD36F6-3771-4E0E-9BED-29C218D1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3" y="1374320"/>
            <a:ext cx="11859292" cy="51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98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9941279-5A71-45E8-A8A7-E3DBC0E6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933101"/>
            <a:ext cx="10517068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9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F41B4C-78E1-4904-81DA-C38B4C5A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2" y="325165"/>
            <a:ext cx="11655619" cy="580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94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6CF1A8-F2D2-4CA2-814A-B6E094AD7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07" y="671722"/>
            <a:ext cx="8830907" cy="7357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C206E28-4B22-4246-B1C7-B12AFFD83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5" y="1537970"/>
            <a:ext cx="10488489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84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DF2AB0-D968-4251-B4E6-AB4F966B5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1" y="552944"/>
            <a:ext cx="11886937" cy="561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11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342AE1-B529-4D4A-8133-615C21E75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3" y="196020"/>
            <a:ext cx="11961751" cy="589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54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0A87FB-EDFB-4878-8FEC-BD4F9CCC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98" y="271952"/>
            <a:ext cx="8449854" cy="7500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58DD03-EE26-46CF-B51A-4DD33B63E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20" y="1126995"/>
            <a:ext cx="11637203" cy="50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1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269F60-9C1F-4E57-87BD-0107AAED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09" y="463374"/>
            <a:ext cx="10809319" cy="634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62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076150-EF56-42CF-AA77-3D2A53C7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15" y="295205"/>
            <a:ext cx="10174120" cy="8433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0F2AFF-E24A-4A8E-9743-32FBB79F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25" y="1347471"/>
            <a:ext cx="11703908" cy="501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71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E18EB8-93E4-4CCF-8B54-38905F56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07" y="296315"/>
            <a:ext cx="11963273" cy="58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4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743D2B-B3D5-4EE0-8329-12144A51C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5" y="342833"/>
            <a:ext cx="7840169" cy="8046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2D4FE2-7468-456D-8F23-E9AB5CB8D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4" y="1381936"/>
            <a:ext cx="11504821" cy="48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24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8A27F3-2092-4F92-8E5C-C5549FA1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04" y="276680"/>
            <a:ext cx="11671377" cy="614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11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6B9D87-58BB-4FFA-8C6A-5BBBCD650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4" y="247269"/>
            <a:ext cx="11873926" cy="616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03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681A12-AEE0-42A5-8991-0ED6580E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34" y="574232"/>
            <a:ext cx="8611802" cy="78082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5D5E786-D76D-4F8D-B5FB-73D7A3DAE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62" y="1500736"/>
            <a:ext cx="11660922" cy="46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86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D4EF29-8155-4332-8F46-465F54F6D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2" y="326266"/>
            <a:ext cx="11649246" cy="61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33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58F323-92B2-4E24-90CA-C397359B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79" y="699572"/>
            <a:ext cx="11174982" cy="43565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A501688-333B-4F99-ACEF-7B3750F84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375" y="5179959"/>
            <a:ext cx="7753143" cy="14017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AD8F36-F842-4F52-8DBA-33707B7B1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66" y="354703"/>
            <a:ext cx="1461233" cy="47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07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0"/>
    </mc:Choice>
    <mc:Fallback>
      <p:transition spd="slow" advTm="60000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0</Words>
  <Application>Microsoft Office PowerPoint</Application>
  <PresentationFormat>Panorámica</PresentationFormat>
  <Paragraphs>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cerrato sampson</dc:creator>
  <cp:lastModifiedBy>carlos cerrato sampson</cp:lastModifiedBy>
  <cp:revision>23</cp:revision>
  <dcterms:created xsi:type="dcterms:W3CDTF">2026-02-18T22:30:01Z</dcterms:created>
  <dcterms:modified xsi:type="dcterms:W3CDTF">2026-04-13T01:57:03Z</dcterms:modified>
</cp:coreProperties>
</file>